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3" Type="http://schemas.openxmlformats.org/officeDocument/2006/relationships/officeDocument" Target="ppt/presentation.xml" /><Relationship Id="rId4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Presentare il progetto PocRC: una proof of concept per una dashboard marittima ASP.NET Core con filtraggio AJAX senza reload della pagina.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solution è divisa in 3 progetti: Poc.Data gestisce i dati, Poc.RCL contiene i componenti UI riutilizzabili, Poc.Web è l'applicazione web che li assembla.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problema originale: MetricKpiItem usava un anchor tag classico che causava il reload completo della pagina. La soluzione: onclick con AJAX che aggiorna solo la griglia.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flusso completo: click utente → JS legge i codici → AJAX → handler C# → servizio filtra → JSON → griglia aggiornata. Nessun reload.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Elenco completo dei file toccati durante il lavoro, con l'azione eseguita e una breve descrizione della modifica.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Spiegare la struttura dello script inline in MessagesGrid.razor: IIFE per isolamento, FilterMessagesGrid come funzione globale, document.ready per l'inizializzazione della griglia.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Codice rimosso durante la sessione: duplicati, variabili inutilizzate e file template non necessari.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 chiusura. Riepilogo dei 4 risultati principali raggiunti durante la sessione.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MARITIME DASHBOARD POC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PocRC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&amp; Workflow di Filtraggio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645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74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PoC ASP.NET Core Razor Pages con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filtraggio AJAX, DevExtreme DataGrid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Razor Class Library riutilizzabile.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Team Dev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 della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06040" cy="82296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260604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Poc.Data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205740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dati e business logic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IKpiService, KpiService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e mock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GetMessagesAsync()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GetDashboardGroupsAsync()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06040" cy="82296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691640"/>
            <a:ext cx="26060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Poc.RCL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10128" y="205740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Class Library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 riutilizzabili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MessagesGrid.razor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KpiCard.razor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MetricKpiItem.razor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styles.css, grid-renderers.js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06040" cy="82296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691640"/>
            <a:ext cx="26060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Poc.Web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44768" y="2057400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Applicazione Web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Razor Pages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Index.cshtml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Index.cshtml.cs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_Layout.cshtml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wwwroot/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064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 componenti Razor in Poc.RCL sono referenziati da Poc.Web tramite @addTagHelper *, Poc.RCL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Problema: Full-Page Reload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MetricKpiItem.razor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href="/Index?types=SAI"&gt;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→ navigazione completa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ricarica TUTTA la pagina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layout, grid: tutto viene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ri-renderizzato dal 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Invoca OnGetAsync()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600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MetricKpiItem.razor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onclick="FilterMessagesGrid(this)"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→ chiamata AJAX (jQuery)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griglia si aggiorna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reload, nessuna navigazione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 DevExtreme durante l'attesa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Invoca OnGetFilteredMessagesAsync()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2377440"/>
            <a:ext cx="640080" cy="64008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di Filtraggio AJAX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5272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252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utente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header / elemento / Clear filter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90088" y="1645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25272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67328" y="1252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FilterMessagesGrid(this)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data-codes dall'elemento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24728" y="1645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1430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25272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01968" y="1252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GET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/Index?handler=FilteredMessages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&amp;types=SAI&amp;types=ARR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0" y="2624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294436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2944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Handler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OnGetFilteredMessagesAsync()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KpiService.GetMessagesAsync(types)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90088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0" y="28346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10128" y="294436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67328" y="2944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3756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di MessageDto filtrati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(nessun HTML, solo dati)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24728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35040" y="28346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294436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01968" y="2944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Update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7220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dxDataGrid.option("dataSource")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Contatore messaggi aggiornato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Componenti Creati e Modificati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MODIFICATO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36192" y="1170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Poc.RCL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87168" y="1170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MetricKpiItem.razor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20" y="11704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&lt;a href&gt; a onclick AJAX con data-codes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18488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91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MODIFICATO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36192" y="1691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Poc.RCL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87168" y="1691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MessagesGrid.razor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IIFE + FilterMessagesGrid + beginCustomLoading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39696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1284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12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CREATO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536192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Poc.RCL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87168" y="2212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wwwroot/js/grid-renderers.js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212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TYPE_PILL_THEMES e CellRenderers estratti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660904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73405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340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MODIFICATO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36192" y="27340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Poc.Web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87168" y="27340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Index.cshtml.cs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2734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Rimosso Types, OnGetGridDataAsync, var allMessages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182112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255264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2552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MODIFICATO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536192" y="32552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Poc.Web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87168" y="3255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_Layout.cshtml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32552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Aggiunto &lt;script&gt; grid-renderers.js nel head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7033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77647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76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MODIFICATO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536192" y="37764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Poc.Data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87168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IKpiService.cs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74920" y="3776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GetMessagesAsync(types = null) → parametro opzionale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224528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29768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297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ELIMINATO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536192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Poc.RCL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87168" y="4297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wwwroot/exampleJsInterop.js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74920" y="4297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template non utilizzato rimosso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MessagesGrid.razor — Struttura JavaScript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2788920"/>
          </a:xfrm>
          <a:prstGeom prst="roundRect">
            <a:avLst>
              <a:gd name="adj" fmla="val 327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IIFE  —  (function(){ ... })()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TYPE_PILL_THEMES + CellRenderers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Dizionari di configurazione e renderer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estratti in grid-renderers.js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(caricato nel &lt;head&gt; dal layout)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536192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6002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window.FilterMessagesGrid(element)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globale (window.) richiamabile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dagli onclick HTML. Legge data-codes,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spinner, chiama $.ajax.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852928"/>
            <a:ext cx="7863840" cy="886968"/>
          </a:xfrm>
          <a:prstGeom prst="roundRect">
            <a:avLst>
              <a:gd name="adj" fmla="val 82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077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$(document).ready(function(){ ... })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 il DOM → elabora le colonne → inizializza dxDataGrid con dati e template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Perché window.?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variabili dentro un IIFE sono private. Assegnando la funzione a window.FilterMessagesGrid la rendiamo accessibile dagli onclick HTML dei componenti KpiCard e MetricKpiItem.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Pulizia del Codice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0A2540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Index.cshtml.cs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721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OnGetGridDataAsync()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Duplicato esatto di OnGetFilteredMessagesAsync — mai chiamato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5681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84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[BindProperty] Types { get; set; 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0370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Serviva solo per l'ormai rimosso full-page reload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96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var allMessages = 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1576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Variabile dichiarata ma mai usata (assegnazione doppia)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0A2540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72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IKpiService.cs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43814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655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GetMessagesAsync(string[]? types)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68503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 opzionale → GetMessagesAsync(types = null)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0A2540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416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Poc.RCL/wwwroot/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40740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exampleJsInterop.js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65429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generato dal template Visual Studio, non referenziato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Risultato Finale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463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27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Filtraggio AJAX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su KPI → solo la griglia si aggiorna, zero page reload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527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Spinner nativo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beginCustomLoading() / endCustomLoading() di DevExtreme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035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Componenti puliti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JS separata in grid-renderers.js nella RCL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3035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Codice rimosso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34747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Duplicati, property inutilizzate e file template eliminati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— Domande?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c24caf1-31f7-40c1-bde0-ca915f0156e3}" enabled="1" method="Standard" siteId="{088e9b00-ffd0-458e-bfa1-acf4c596d3c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PocRC Maritime Dashboard</dc:title>
  <dc:subject>PptxGenJS Presentation</dc:subject>
  <dc:creator>PptxGenJS</dc:creator>
  <cp:lastModifiedBy>PptxGenJS</cp:lastModifiedBy>
  <cp:revision>1</cp:revision>
  <dcterms:created xsi:type="dcterms:W3CDTF">2026-06-29T12:23:23Z</dcterms:created>
  <dcterms:modified xsi:type="dcterms:W3CDTF">2026-06-29T12:23:23Z</dcterms:modified>
</cp:coreProperties>
</file>